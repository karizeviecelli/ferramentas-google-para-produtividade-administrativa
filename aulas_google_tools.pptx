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1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457200" cy="5143500"/>
          </a:xfrm>
          <a:prstGeom prst="rect">
            <a:avLst/>
          </a:prstGeom>
          <a:solidFill>
            <a:srgbClr val="2435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Aula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Google para Produtividade Administrativa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1148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5 Módulos  ·  8 horas  ·  Presencial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 Instrutor(a):  @karizeviecelli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570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Ano: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867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 Polícia Militar  —  Equipe Administrativa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45720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🎓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  ·  Polícia Militar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e Produtividade Digital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· Segurança · Compartilhamento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Google Workspace?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profissional corporativo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organização na nuvem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08076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texto colaborativos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0040" y="2926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dados e relatórios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200400" y="2926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9184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Agenda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compromissos e reuniões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80760" y="2926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7220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integrada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40740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57200" y="44074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Todas as ferramentas se integram com um único login Google — facilitando o acesso no dia a dia.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— Organização de Pastas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recomendada para a equipe administrativa: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8321040" cy="301752"/>
          </a:xfrm>
          <a:prstGeom prst="roundRect">
            <a:avLst>
              <a:gd name="adj" fmla="val 15152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ADMINISTRATIVO_PM_2026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066544"/>
            <a:ext cx="7909560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2066544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01_Documentos_Oficiais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43000" y="2414016"/>
            <a:ext cx="7498080" cy="301752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80160" y="2414016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Ofícios  /  Memorandos  /  Atas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761488"/>
            <a:ext cx="7909560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2761488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02_Escalas_e_Efetivo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3108960"/>
            <a:ext cx="7498080" cy="301752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Escala_Jan2026.xlsx  / 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456432"/>
            <a:ext cx="7909560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68680" y="3456432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03_Relatórios_Mensais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3803904"/>
            <a:ext cx="7909560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68680" y="3803904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04_Fotos_Registros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151376"/>
            <a:ext cx="7909560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68680" y="4151376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05_Treinamentos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480560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nomes padronizados com número + underscore. Evite acentos em nomes de pastas compartilhadas.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Seguro de Documentos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34416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1389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Visualizar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691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pode ler o arquivo mas não pode alterar nem baixar.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68296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FF9C4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41401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2459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Comentarista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adicionar comentários sem alterar o texto original.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CE4E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48386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3529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8313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editar, renomear e organizar o arquivo livremente.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Regra de ouro: compartilhe com o nível mínimo necessário. Para documentos sigilosos, use 'Acesso Restrito'.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47091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Nunca compartilhe documentos sigilosos com 'Qualquer pessoa com o link'.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 e Google Planilhas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oficiais · Formatação · Fórmulas · Colaboração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— Criando um Ofício Oficial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Google 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78408" y="16824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docs.google.com → clique em '+ Documento em branco'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 página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16824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→ Configurar página → A4, margens 2,5cm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267712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11480" y="2432304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114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26517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→ Cabeçalho → Digite o nome da unidade e logo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548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 data do ofício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26517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Ofício nº 023/2026 — Blumenau, 10 de junho de 2026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236976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11480" y="3401568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114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8408" y="3328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Destinatário e assunto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6210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cargo, unidade e assunto em negrito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236976"/>
            <a:ext cx="4160520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754880" y="3401568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7548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328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e assinatura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6210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formal, fecho (Respeitosamente,) e assinatura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251960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Ctrl+Z para desfazer e Ctrl+Shift+S para ver o histórico de versões — tudo fica salvo automaticamente.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— Edição Colaborativa em Tempo Real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colaboração: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15568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usuários simultaneamente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12140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aparece com uma cor diferente no cursor.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58968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e Sugestões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58968" y="212140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texto → clique em 'Inserir comentário'. Ideal para revisão de documentos.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15568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Versões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340156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→ Histórico de versões → Ver histórico. Recupere qualquer versão anterior.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754880" y="30175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58968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e-mail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58968" y="340156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avisa automaticamente quando alguém faz comentários ou edições.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69777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421397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Exemplo prático: 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37153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 equipe revisa uma Ata de Reunião ao mesmo tempo: um digita, outro corrige ortografia via sugestão, o chefe aprova via comentário.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Planilhas — Estrutura e Fórmulas Básicas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essenciais para o administrativo: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=SOMA(B2:B10)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26280" y="16916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total de horas trabalhadas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58568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1480" y="22585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=MÉDIA(C2:C30)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258568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26280" y="22585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média de ocorrências por dia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25496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1480" y="28254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=CONT.SE(D2:D50,"Sim")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825496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26280" y="282549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quantos confirmaram presença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392424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80" y="33924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=HOJE()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392424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26280" y="339242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a data atual automaticamente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959352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11480" y="39593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=SE(E2&gt;8,"Horas extras","Normal")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3959352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26280" y="39593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jornada de trabalho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Sempre comece a fórmula com '=' e pressione Enter para confirmar. Use Tab para ir para a próxima célula.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Planilhas — Planilha de Controle de Efetivo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D47A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Controle Diário de Efetivo — PM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256032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1627632"/>
            <a:ext cx="146304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880360" y="1627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627632"/>
            <a:ext cx="128016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343400" y="1627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23560" y="1627632"/>
            <a:ext cx="128016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23560" y="1627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1627632"/>
            <a:ext cx="192024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90372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011680"/>
            <a:ext cx="256032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56616" y="201168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Sd. Silva, Carlos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2011680"/>
            <a:ext cx="146304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916936" y="2011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PM-3421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011680"/>
            <a:ext cx="12801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379976" y="201168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2011680"/>
            <a:ext cx="12801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0136" y="201168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2011680"/>
            <a:ext cx="192024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940296" y="2011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414016"/>
            <a:ext cx="256032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56616" y="241401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 Souza, Ana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2414016"/>
            <a:ext cx="146304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2916936" y="241401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PM-2187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2414016"/>
            <a:ext cx="128016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379976" y="241401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2414016"/>
            <a:ext cx="128016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660136" y="241401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2414016"/>
            <a:ext cx="192024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940296" y="24140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816352"/>
            <a:ext cx="256032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356616" y="28163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Sgt. Lima, Roberto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80360" y="2816352"/>
            <a:ext cx="146304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2916936" y="281635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PM-0934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2816352"/>
            <a:ext cx="12801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379976" y="281635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23560" y="2816352"/>
            <a:ext cx="12801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660136" y="281635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Afastado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2816352"/>
            <a:ext cx="192024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940296" y="281635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 médico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218688"/>
            <a:ext cx="256032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356616" y="321868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Sd. Costa, Juliana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880360" y="3218688"/>
            <a:ext cx="146304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2916936" y="321868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PM-4502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43400" y="3218688"/>
            <a:ext cx="128016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4379976" y="32186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23560" y="3218688"/>
            <a:ext cx="128016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5660136" y="32186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03720" y="3218688"/>
            <a:ext cx="192024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6940296" y="32186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Plantão 06/06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3621024"/>
            <a:ext cx="256032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356616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=CONT.SE(D3:D7,"Presente")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880360" y="3621024"/>
            <a:ext cx="146304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2916936" y="362102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343400" y="3621024"/>
            <a:ext cx="128016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4379976" y="362102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Presentes →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623560" y="3621024"/>
            <a:ext cx="128016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5660136" y="362102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03720" y="3621024"/>
            <a:ext cx="192024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6940296" y="362102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" y="404164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'Formatar como tabela' e ative os filtros (Dados → Criar um filtro) para ordenar por turno ou status rapidamente.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56616" y="4652889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Compartilhe com 'Somente visualizar' para chefes que precisam apenas consultar.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77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Keep, To Do e Google Fotos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rápidas · Gestão de tarefas · Registro fotográfico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Keep — Notas Rápidas e Checklists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práticos no ambiente administrativo da PM: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9C4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Checklist — Reunião Semanal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39696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Confirmar pauta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Reservar sala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Enviar ata após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664208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3E5F5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91840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Lembrete — Relatório Mensal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139696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3756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Prazo: todo dia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7797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Enviar para a chefia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Salvar no Drive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1664208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E8F5E9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172200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Anotações — Ocorrência #042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139696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1792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08/06/2026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7797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3º BPM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Sgt. Lima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2653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Use etiquetas coloridas para categorizar: URGENTE · REUNIÃO · PESSOAL · OPERACIONAL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522760"/>
            <a:ext cx="8503920" cy="402336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57200" y="45227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 Google Keep sincroniza com o Gmail e o Google Docs. Acesse keep.google.com ou pelo aplicativo no celular.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To Do — Gestão de Tarefas com Prazo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organizar as tarefas administrativas por prioridade: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137160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1664208"/>
            <a:ext cx="384048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69164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664208"/>
            <a:ext cx="155448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53212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1664208"/>
            <a:ext cx="1737360" cy="347472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086600" y="1664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137160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6616" y="20482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91640" y="2048256"/>
            <a:ext cx="38404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728216" y="2048256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relatório mensal à corregedoria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2048256"/>
            <a:ext cx="15544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568696" y="20482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17h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86600" y="2048256"/>
            <a:ext cx="1737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123176" y="204825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450592"/>
            <a:ext cx="1371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56616" y="24505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ALTA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91640" y="2450592"/>
            <a:ext cx="384048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728216" y="245059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escala de serviço — julho/2026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2450592"/>
            <a:ext cx="155448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568696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13/06/2026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86600" y="2450592"/>
            <a:ext cx="173736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123176" y="24505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852928"/>
            <a:ext cx="137160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56616" y="28529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ALTA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91640" y="2852928"/>
            <a:ext cx="38404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728216" y="285292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Ofício nº 018/2026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32120" y="2852928"/>
            <a:ext cx="15544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568696" y="28529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14/06/2026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86600" y="2852928"/>
            <a:ext cx="1737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123176" y="285292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255264"/>
            <a:ext cx="13716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356616" y="32552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NORMAL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91640" y="3255264"/>
            <a:ext cx="384048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728216" y="325526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Arquivar documentos do mês anterior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3255264"/>
            <a:ext cx="155448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568696" y="32552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prazo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86600" y="3255264"/>
            <a:ext cx="173736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123176" y="32552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3657600"/>
            <a:ext cx="137160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356616" y="3657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NORMAL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691640" y="3657600"/>
            <a:ext cx="38404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1728216" y="365760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planilha de controle de viaturas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532120" y="3657600"/>
            <a:ext cx="15544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568696" y="36576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prazo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86600" y="3657600"/>
            <a:ext cx="1737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7123176" y="36576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457200" y="45720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Integre o Google Tasks com o Gmail: abra um e-mail recebido e clique em 'Adicionar às tarefas' para não esquecer nenhuma demanda.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Fotos — Registro e Organização de Imagens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27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Automático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do celular sobem para a nuvem automaticamente assim que há Wi-Fi.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29844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Inteligente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por palavras como 'reunião', 'viatura', 'documento' e o AI encontra as fotos.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29844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08076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7220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Álbuns Compartilhados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álbum por evento ou ocorrência e compartilhe com a equipe.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0040" y="2761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com Link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557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 link de compartilhamento sem precisar fazer download.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715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200400" y="2761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9184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Documentos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557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app Google PhotoScan para fotografar documentos físicos com qualidade.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715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80760" y="2761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17220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 Acesso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557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quem pode ver os álbuns. Dados sigilosos: sempre restrito.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196393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11480" y="403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Caso real: 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2104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Ocorrência registrada em campo → fotos enviadas ao álbum compartilhado 'Ocorrências_Junho26' → Sgt. acessa remotamente pelo celular.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5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Projetos e Processos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· Fluxos de trabalho · Acompanhamento de demandas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Gestão de Projetos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344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992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6276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atividades com início, meio e fim definidos para atingir um objetivo.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992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4323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solicitação ou necessidade que precisa ser atendida pela equipe.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78992" y="2980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Trabalho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32369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etapas que uma tarefa percorre até ser concluída.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3758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78992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(KPI)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40416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que mede o desempenho. Ex: % de documentos protocolados no prazo.</a:t>
            </a:r>
            <a:endParaRPr lang="en-US" sz="105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772FFCC-8D8E-706F-AD70-1399AE9925E2}"/>
              </a:ext>
            </a:extLst>
          </p:cNvPr>
          <p:cNvGrpSpPr/>
          <p:nvPr/>
        </p:nvGrpSpPr>
        <p:grpSpPr>
          <a:xfrm>
            <a:off x="320040" y="4424286"/>
            <a:ext cx="8503920" cy="475488"/>
            <a:chOff x="320040" y="4572000"/>
            <a:chExt cx="8503920" cy="475488"/>
          </a:xfrm>
        </p:grpSpPr>
        <p:sp>
          <p:nvSpPr>
            <p:cNvPr id="25" name="Shape 23"/>
            <p:cNvSpPr/>
            <p:nvPr/>
          </p:nvSpPr>
          <p:spPr>
            <a:xfrm>
              <a:off x="320040" y="4572000"/>
              <a:ext cx="8503920" cy="475488"/>
            </a:xfrm>
            <a:prstGeom prst="roundRect">
              <a:avLst>
                <a:gd name="adj" fmla="val 19231"/>
              </a:avLst>
            </a:prstGeom>
            <a:solidFill>
              <a:srgbClr val="FFF8E1"/>
            </a:solidFill>
            <a:ln/>
            <a:effectLst>
              <a:outerShdw blurRad="63500" dist="25400" dir="27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 24"/>
            <p:cNvSpPr/>
            <p:nvPr/>
          </p:nvSpPr>
          <p:spPr>
            <a:xfrm>
              <a:off x="457200" y="4572000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D40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Na PM, todo processo administrativo é um projeto: protocolar documentos, organizar escalas, responder ofícios. Gerenciá-los reduz erros e atrasos.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— Visualizando o Fluxo de Trabalho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visual para acompanhar demandas da equipe em tempo real: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029968" cy="3063240"/>
          </a:xfrm>
          <a:prstGeom prst="roundRect">
            <a:avLst>
              <a:gd name="adj" fmla="val 450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2029968" cy="347472"/>
          </a:xfrm>
          <a:prstGeom prst="roundRect">
            <a:avLst>
              <a:gd name="adj" fmla="val 26316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2029968" cy="1828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0040" y="16642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A Fazer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7568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nº 031/2026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71576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escala JUL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35584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viaturas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99592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de material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32888" y="1664208"/>
            <a:ext cx="2029968" cy="3063240"/>
          </a:xfrm>
          <a:prstGeom prst="roundRect">
            <a:avLst>
              <a:gd name="adj" fmla="val 450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532888" y="1664208"/>
            <a:ext cx="2029968" cy="347472"/>
          </a:xfrm>
          <a:prstGeom prst="roundRect">
            <a:avLst>
              <a:gd name="adj" fmla="val 26316"/>
            </a:avLst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532888" y="1828800"/>
            <a:ext cx="2029968" cy="18288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532888" y="16642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Em Andamento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24328" y="207568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670048" y="21031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JUN finalizar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24328" y="271576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670048" y="27432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Memo 018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45736" y="1664208"/>
            <a:ext cx="2029968" cy="3063240"/>
          </a:xfrm>
          <a:prstGeom prst="roundRect">
            <a:avLst>
              <a:gd name="adj" fmla="val 450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45736" y="1664208"/>
            <a:ext cx="2029968" cy="347472"/>
          </a:xfrm>
          <a:prstGeom prst="roundRect">
            <a:avLst>
              <a:gd name="adj" fmla="val 26316"/>
            </a:avLst>
          </a:prstGeom>
          <a:solidFill>
            <a:srgbClr val="E65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745736" y="1828800"/>
            <a:ext cx="2029968" cy="1828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745736" y="16642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Em Revisão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37176" y="207568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882896" y="21031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Reunião 05/06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58584" y="1664208"/>
            <a:ext cx="2029968" cy="3063240"/>
          </a:xfrm>
          <a:prstGeom prst="roundRect">
            <a:avLst>
              <a:gd name="adj" fmla="val 450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958584" y="1664208"/>
            <a:ext cx="2029968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958584" y="1828800"/>
            <a:ext cx="2029968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958584" y="16642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Concluído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50024" y="207568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095744" y="21031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50024" y="271576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095744" y="27432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022/2026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50024" y="3355848"/>
            <a:ext cx="184708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095744" y="338328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Arquivamento ABR</a:t>
            </a:r>
            <a:endParaRPr lang="en-US" sz="950" dirty="0"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7C6091F3-47B2-C712-3804-1363589E7D0B}"/>
              </a:ext>
            </a:extLst>
          </p:cNvPr>
          <p:cNvGrpSpPr/>
          <p:nvPr/>
        </p:nvGrpSpPr>
        <p:grpSpPr>
          <a:xfrm>
            <a:off x="398819" y="4526280"/>
            <a:ext cx="8503920" cy="426950"/>
            <a:chOff x="320040" y="4681728"/>
            <a:chExt cx="8503920" cy="475488"/>
          </a:xfrm>
        </p:grpSpPr>
        <p:sp>
          <p:nvSpPr>
            <p:cNvPr id="46" name="Shape 44"/>
            <p:cNvSpPr/>
            <p:nvPr/>
          </p:nvSpPr>
          <p:spPr>
            <a:xfrm>
              <a:off x="320040" y="4681728"/>
              <a:ext cx="8503920" cy="475488"/>
            </a:xfrm>
            <a:prstGeom prst="roundRect">
              <a:avLst>
                <a:gd name="adj" fmla="val 19231"/>
              </a:avLst>
            </a:prstGeom>
            <a:solidFill>
              <a:srgbClr val="FFF8E1"/>
            </a:solidFill>
            <a:ln/>
            <a:effectLst>
              <a:outerShdw blurRad="63500" dist="25400" dir="27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Text 45"/>
            <p:cNvSpPr/>
            <p:nvPr/>
          </p:nvSpPr>
          <p:spPr>
            <a:xfrm>
              <a:off x="457200" y="4681728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D40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Use o Google Sheets como quadro Kanban: 4 colunas (A Fazer / Em Andamento / Revisão / Concluído). Mova as tarefas cortando e colando as células.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Processo — Protocolo de Documentos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Fluxo de recebimento e encaminhamento de ofício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691640"/>
            <a:ext cx="914400" cy="9144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691640" y="2084832"/>
            <a:ext cx="384048" cy="1280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38912" y="3145536"/>
            <a:ext cx="1408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chega via e-mail ou físico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1691640"/>
            <a:ext cx="914400" cy="9144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4231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29000" y="2084832"/>
            <a:ext cx="384048" cy="1280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1031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3090672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176272" y="3145536"/>
            <a:ext cx="1408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Protocolar no sistema / Planilha de controle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1691640"/>
            <a:ext cx="914400" cy="9144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605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166360" y="2084832"/>
            <a:ext cx="384048" cy="1280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3090672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913632" y="3145536"/>
            <a:ext cx="1408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 / Normal / Arquivar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97880" y="1691640"/>
            <a:ext cx="914400" cy="9144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8978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903720" y="2084832"/>
            <a:ext cx="384048" cy="1280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5778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090672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650992" y="3145536"/>
            <a:ext cx="1408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ao responsável com prazo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35240" y="1691640"/>
            <a:ext cx="914400" cy="9144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635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31520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0" y="3090672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E3F2FD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388352" y="3145536"/>
            <a:ext cx="1408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resposta e arquivar no Drive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31596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FF8E1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57200" y="43159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Documente cada etapa na planilha de controle. Isso garante rastreabilidade e facilita auditorias e verificações posteriores.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Gemini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Google aplicada à rotina administrativa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Gemini?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é a Inteligência Artificial do Google, integrada às ferramentas do Workspace.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11480" y="1764792"/>
            <a:ext cx="777240" cy="777240"/>
          </a:xfrm>
          <a:prstGeom prst="ellipse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✍</a:t>
            </a:r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rascunhos de e-mails, ofícios e memorandos a partir de um resumo que você fornece.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754880" y="1764792"/>
            <a:ext cx="777240" cy="777240"/>
          </a:xfrm>
          <a:prstGeom prst="ellipse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0" y="1764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 documentos longos em pontos-chave para facilitar a leitura e tomada de decisão.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11480" y="3136392"/>
            <a:ext cx="777240" cy="777240"/>
          </a:xfrm>
          <a:prstGeom prst="ellipse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3154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474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dúvidas sobre procedimentos administrativos, leis, regulamentos e boas práticas.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54880" y="3136392"/>
            <a:ext cx="777240" cy="777240"/>
          </a:xfrm>
          <a:prstGeom prst="ellipse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754880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23560" y="3154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3474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informações atualizadas na internet e apresenta resultados organizados.</a:t>
            </a:r>
            <a:endParaRPr lang="en-US" sz="1000" dirty="0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C7B0A2F5-59A6-BEC9-8A2F-6F02C4FC89EB}"/>
              </a:ext>
            </a:extLst>
          </p:cNvPr>
          <p:cNvGrpSpPr/>
          <p:nvPr/>
        </p:nvGrpSpPr>
        <p:grpSpPr>
          <a:xfrm>
            <a:off x="320040" y="4343400"/>
            <a:ext cx="8503920" cy="475488"/>
            <a:chOff x="320040" y="4544568"/>
            <a:chExt cx="8503920" cy="475488"/>
          </a:xfrm>
        </p:grpSpPr>
        <p:sp>
          <p:nvSpPr>
            <p:cNvPr id="30" name="Shape 28"/>
            <p:cNvSpPr/>
            <p:nvPr/>
          </p:nvSpPr>
          <p:spPr>
            <a:xfrm>
              <a:off x="320040" y="4544568"/>
              <a:ext cx="8503920" cy="475488"/>
            </a:xfrm>
            <a:prstGeom prst="roundRect">
              <a:avLst>
                <a:gd name="adj" fmla="val 19231"/>
              </a:avLst>
            </a:prstGeom>
            <a:solidFill>
              <a:srgbClr val="FFF8E1"/>
            </a:solidFill>
            <a:ln/>
            <a:effectLst>
              <a:outerShdw blurRad="63500" dist="25400" dir="27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 29"/>
            <p:cNvSpPr/>
            <p:nvPr/>
          </p:nvSpPr>
          <p:spPr>
            <a:xfrm>
              <a:off x="457200" y="4544568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D40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Acesse em gemini.google.com ou diretamente dentro do Gmail e do Google Docs clicando no ícone de estrela ✨.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Como Criar Bons Prompts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prompt tem: Contexto + Tarefa + Formato esperado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14266"/>
            <a:ext cx="8503920" cy="1325880"/>
          </a:xfrm>
          <a:prstGeom prst="roundRect">
            <a:avLst>
              <a:gd name="adj" fmla="val 6897"/>
            </a:avLst>
          </a:prstGeom>
          <a:solidFill>
            <a:srgbClr val="FCE4E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170570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Prompt fraco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818388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207146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"Escreve um ofício."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38618"/>
            <a:ext cx="8503920" cy="1325880"/>
          </a:xfrm>
          <a:prstGeom prst="roundRect">
            <a:avLst>
              <a:gd name="adj" fmla="val 6897"/>
            </a:avLst>
          </a:prstGeom>
          <a:solidFill>
            <a:srgbClr val="E8F5E9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20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Prompt eficiente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818388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573192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é assistente administrativo da Polícia Militar. Escreva um ofício formal solicitando ao Comando Regional a liberação de 3 viaturas para reforço de patrulhamento durante o feriado de 07 de setembro de 2026. Use linguagem formal e inclua número de protocolo no cabeçalho."</a:t>
            </a:r>
            <a:endParaRPr lang="en-US" sz="1050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DA2281BE-2657-B95F-72C2-6EB089193376}"/>
              </a:ext>
            </a:extLst>
          </p:cNvPr>
          <p:cNvGrpSpPr/>
          <p:nvPr/>
        </p:nvGrpSpPr>
        <p:grpSpPr>
          <a:xfrm>
            <a:off x="320040" y="4427803"/>
            <a:ext cx="8503920" cy="475488"/>
            <a:chOff x="320040" y="4617720"/>
            <a:chExt cx="8503920" cy="475488"/>
          </a:xfrm>
        </p:grpSpPr>
        <p:sp>
          <p:nvSpPr>
            <p:cNvPr id="18" name="Shape 16"/>
            <p:cNvSpPr/>
            <p:nvPr/>
          </p:nvSpPr>
          <p:spPr>
            <a:xfrm>
              <a:off x="320040" y="4617720"/>
              <a:ext cx="8503920" cy="475488"/>
            </a:xfrm>
            <a:prstGeom prst="roundRect">
              <a:avLst>
                <a:gd name="adj" fmla="val 19231"/>
              </a:avLst>
            </a:prstGeom>
            <a:solidFill>
              <a:srgbClr val="FFF8E1"/>
            </a:solidFill>
            <a:ln/>
            <a:effectLst>
              <a:outerShdw blurRad="63500" dist="25400" dir="27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4617720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D40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Regra dos 3C: seja Claro (o que quer), Completo (contexto necessário) e Conciso (sem informações desnecessárias).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Aplicações na Rotina Administrativa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  ·  @karizeviecelli  · 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75120" y="4892040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374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reais para a equipe da PM: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e-mails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'Escreva um e-mail formal comunicando a mudança de horário da reunião semanal para as 14h de quinta-feira.'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170992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30952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pautas de reunião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0952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'Liste os principais pontos para uma reunião sobre ajuste de efetivo para o feriado prolongado de outubro.'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67004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planilhas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035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'Analise esses dados de presença do efetivo e diga quais dias têm menor cobertura.'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7004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754880" y="271576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30952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informações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0952" y="3035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'Busque no Drive o documento chamado Escala_Julho e me diga quem está de plantão no dia 15.'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11480" y="372160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7552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documentos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4041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'Resuma este regulamento de 10 páginas nos 5 pontos mais importantes para o dia a dia.'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67588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54880" y="372160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30952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checklists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30952" y="4041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'Crie um checklist para inspeção mensal de viaturas com 10 itens técnicos e administrativos.'</a:t>
            </a:r>
            <a:endParaRPr lang="en-US" sz="900" dirty="0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BE3CDC1B-074E-34FE-CAF0-4496B77916E1}"/>
              </a:ext>
            </a:extLst>
          </p:cNvPr>
          <p:cNvGrpSpPr/>
          <p:nvPr/>
        </p:nvGrpSpPr>
        <p:grpSpPr>
          <a:xfrm>
            <a:off x="320040" y="4595914"/>
            <a:ext cx="8503920" cy="292608"/>
            <a:chOff x="320040" y="4645152"/>
            <a:chExt cx="8503920" cy="292608"/>
          </a:xfrm>
        </p:grpSpPr>
        <p:sp>
          <p:nvSpPr>
            <p:cNvPr id="34" name="Shape 32"/>
            <p:cNvSpPr/>
            <p:nvPr/>
          </p:nvSpPr>
          <p:spPr>
            <a:xfrm>
              <a:off x="320040" y="4645152"/>
              <a:ext cx="8503920" cy="292608"/>
            </a:xfrm>
            <a:prstGeom prst="roundRect">
              <a:avLst>
                <a:gd name="adj" fmla="val 18750"/>
              </a:avLst>
            </a:prstGeom>
            <a:solidFill>
              <a:srgbClr val="EDE7F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 33"/>
            <p:cNvSpPr/>
            <p:nvPr/>
          </p:nvSpPr>
          <p:spPr>
            <a:xfrm>
              <a:off x="411480" y="4645152"/>
              <a:ext cx="83210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527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⚠️  Ética: Sempre revise o conteúdo gerado pelo Gemini antes de usar em documentos oficiais. A IA pode cometer erros.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0" y="137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Bons estudos e boa prática!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Instrutor(a):  @karizeviecelli  ·  2026  ·  Polícia Militar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0020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83464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6908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06908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30352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3796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4041648"/>
            <a:ext cx="109728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0" y="4041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@karizeviecelli  ·  2026  ·  CAPACITAÇÃO PROFISSIONAL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2108</Words>
  <Application>Microsoft Office PowerPoint</Application>
  <PresentationFormat>Apresentação na tela (16:9)</PresentationFormat>
  <Paragraphs>400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Aulas — Ferramentas Google para Produtividade Administrativa</dc:title>
  <dc:subject>PptxGenJS Presentation</dc:subject>
  <dc:creator>PptxGenJS</dc:creator>
  <cp:lastModifiedBy>Karize Viecelli</cp:lastModifiedBy>
  <cp:revision>3</cp:revision>
  <dcterms:created xsi:type="dcterms:W3CDTF">2026-06-11T00:01:57Z</dcterms:created>
  <dcterms:modified xsi:type="dcterms:W3CDTF">2026-06-11T00:28:13Z</dcterms:modified>
</cp:coreProperties>
</file>