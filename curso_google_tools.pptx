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0"/>
            <a:ext cx="731520" cy="5143500"/>
          </a:xfrm>
          <a:prstGeom prst="rect">
            <a:avLst/>
          </a:prstGeom>
          <a:solidFill>
            <a:srgbClr val="24355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548640"/>
            <a:ext cx="2560320" cy="25603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035040" y="594360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🎓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Produtividade Administrativa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4114800" cy="36576"/>
          </a:xfrm>
          <a:prstGeom prst="rect">
            <a:avLst/>
          </a:prstGeom>
          <a:solidFill>
            <a:srgbClr val="FFA0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402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Carga Horária: 8 horas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15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Modalidade: Presencial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912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👮  Público: Equipe Administrativa PM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A000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  ·  CAPACITAÇÃO PROFISSIONAL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 do Curso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1097280" cy="36576"/>
          </a:xfrm>
          <a:prstGeom prst="rect">
            <a:avLst/>
          </a:prstGeom>
          <a:solidFill>
            <a:srgbClr val="FFA0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43000"/>
            <a:ext cx="8412480" cy="2286000"/>
          </a:xfrm>
          <a:prstGeom prst="roundRect">
            <a:avLst>
              <a:gd name="adj" fmla="val 4800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competências para utilização das principais ferramentas Google aplicadas à rotina administrativa, promovendo maior organização, produtividade, comunicação e otimização dos processos de trabalho.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36576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A2A4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657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Organização Digital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36576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A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3657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Comunicação Escrita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36576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A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3657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Gestão de Informações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1605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A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160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Produtividade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41605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A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4160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Trabalho Colaborativo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41605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A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4160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Uso Ético da Tecnologia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Curso — 5 Módulos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1097280" cy="36576"/>
          </a:xfrm>
          <a:prstGeom prst="rect">
            <a:avLst/>
          </a:prstGeom>
          <a:solidFill>
            <a:srgbClr val="FFA00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97280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57200" cy="658368"/>
          </a:xfrm>
          <a:prstGeom prst="roundRect">
            <a:avLst>
              <a:gd name="adj" fmla="val 16000"/>
            </a:avLst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097280"/>
            <a:ext cx="274320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972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1430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1338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e Produtividade Digital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14447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· Segurança · Compartilhamento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0" y="126187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min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856232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856232"/>
            <a:ext cx="457200" cy="658368"/>
          </a:xfrm>
          <a:prstGeom prst="roundRect">
            <a:avLst>
              <a:gd name="adj" fmla="val 16000"/>
            </a:avLst>
          </a:prstGeom>
          <a:solidFill>
            <a:srgbClr val="1565C0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1856232"/>
            <a:ext cx="274320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18562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190195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1892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 e Planilhas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2203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· Formatação · Fórmulas · Filtros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0" y="202082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20208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min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615184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615184"/>
            <a:ext cx="457200" cy="658368"/>
          </a:xfrm>
          <a:prstGeom prst="roundRect">
            <a:avLst>
              <a:gd name="adj" fmla="val 16000"/>
            </a:avLst>
          </a:prstGeom>
          <a:solidFill>
            <a:srgbClr val="0277BD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2615184"/>
            <a:ext cx="274320" cy="658368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261518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" y="266090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32588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Keep, To Do e Fotos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25880" y="29626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· Tarefas · Imagens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0" y="2779776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2779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3374136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374136"/>
            <a:ext cx="457200" cy="658368"/>
          </a:xfrm>
          <a:prstGeom prst="roundRect">
            <a:avLst>
              <a:gd name="adj" fmla="val 16000"/>
            </a:avLst>
          </a:prstGeom>
          <a:solidFill>
            <a:srgbClr val="01579B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" y="3374136"/>
            <a:ext cx="274320" cy="658368"/>
          </a:xfrm>
          <a:prstGeom prst="rect">
            <a:avLst/>
          </a:prstGeom>
          <a:solidFill>
            <a:srgbClr val="01579B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337413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22960" y="34198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325880" y="34107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Projetos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25880" y="3721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· Fluxos · Demandas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72400" y="353872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0" y="3538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min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13308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4133088"/>
            <a:ext cx="457200" cy="658368"/>
          </a:xfrm>
          <a:prstGeom prst="roundRect">
            <a:avLst>
              <a:gd name="adj" fmla="val 16000"/>
            </a:avLst>
          </a:prstGeom>
          <a:solidFill>
            <a:srgbClr val="334155"/>
          </a:solidFill>
          <a:ln/>
        </p:spPr>
      </p:sp>
      <p:sp>
        <p:nvSpPr>
          <p:cNvPr id="43" name="Shape 41"/>
          <p:cNvSpPr/>
          <p:nvPr/>
        </p:nvSpPr>
        <p:spPr>
          <a:xfrm>
            <a:off x="502920" y="4133088"/>
            <a:ext cx="274320" cy="6583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4" name="Text 42"/>
          <p:cNvSpPr/>
          <p:nvPr/>
        </p:nvSpPr>
        <p:spPr>
          <a:xfrm>
            <a:off x="320040" y="413308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22960" y="417880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325880" y="41696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— IA Google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325880" y="4480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· Textos · Documentos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772400" y="429768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EDE7F6"/>
          </a:solidFill>
          <a:ln/>
        </p:spPr>
      </p:sp>
      <p:sp>
        <p:nvSpPr>
          <p:cNvPr id="49" name="Text 47"/>
          <p:cNvSpPr/>
          <p:nvPr/>
        </p:nvSpPr>
        <p:spPr>
          <a:xfrm>
            <a:off x="7772400" y="4297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min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— Organização e Produtividade Digital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de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Conhecimentos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92808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das ferramentas Google no trabalho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32888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468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digital de documentos e informações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172968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3108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compartilhamento de arquivos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18288" cy="3657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Atividades Práticas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828800"/>
            <a:ext cx="3840480" cy="438912"/>
          </a:xfrm>
          <a:prstGeom prst="roundRect">
            <a:avLst>
              <a:gd name="adj" fmla="val 14583"/>
            </a:avLst>
          </a:prstGeom>
          <a:solidFill>
            <a:srgbClr val="E3F2FD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8288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Acesso e navegação nas ferramentas Google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3840480" cy="438912"/>
          </a:xfrm>
          <a:prstGeom prst="roundRect">
            <a:avLst>
              <a:gd name="adj" fmla="val 14583"/>
            </a:avLst>
          </a:prstGeom>
          <a:solidFill>
            <a:srgbClr val="E3F2FD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4688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Organização de pastas e arquivos no Drive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3840480" cy="438912"/>
          </a:xfrm>
          <a:prstGeom prst="roundRect">
            <a:avLst>
              <a:gd name="adj" fmla="val 14583"/>
            </a:avLst>
          </a:prstGeom>
          <a:solidFill>
            <a:srgbClr val="E3F2FD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1089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Compartilhamento seguro de documentos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38912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A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Ferramenta Principal:  Google Drive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— Google Docs e Google Planilhas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de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023360" cy="3246120"/>
          </a:xfrm>
          <a:prstGeom prst="roundRect">
            <a:avLst>
              <a:gd name="adj" fmla="val 2817"/>
            </a:avLst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Google Docs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e edição de documentos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52374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Formatação de textos oficiais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de tabelas, imagens e comentários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 e edição colaborativa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463040"/>
            <a:ext cx="4023360" cy="3246120"/>
          </a:xfrm>
          <a:prstGeom prst="roundRect">
            <a:avLst>
              <a:gd name="adj" fmla="val 2817"/>
            </a:avLst>
          </a:prstGeom>
          <a:solidFill>
            <a:srgbClr val="E3F2FD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Google Planilhas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 organização de planilhas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52374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Fórmulas básicas (SOMA, MÉDIA, SE)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0358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dados administrativos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54787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tabelas e filtros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405993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 e atualização em equipe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Prática: Elaboração de documento oficial + Planilha de controle + Exercícios colaborativos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— Keep, To Do e Google Fotos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0277B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de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9C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5087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📌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21214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Keep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57860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Criação de notas rápidas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0815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Organização por etiquetas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58444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Checklists e lembretes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4630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5087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00400" y="21214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To 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57860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Gestão de tarefas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91840" y="30815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Organização por prioridade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358444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Controle de prazos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14630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CE4E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0760" y="15087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📷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080760" y="21214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Fotos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257860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Armazenamento de imagens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72200" y="30815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Compartilhamento de registros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72200" y="358444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Busca inteligente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754880"/>
            <a:ext cx="8503920" cy="320040"/>
          </a:xfrm>
          <a:prstGeom prst="roundRect">
            <a:avLst>
              <a:gd name="adj" fmla="val 17143"/>
            </a:avLst>
          </a:prstGeom>
          <a:solidFill>
            <a:srgbClr val="FFF8E1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Duração estimada: 50 minutos  ·  Foco em produtividade individual e registro de atividades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— Gestão de Projetos e Processos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01579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de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8872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Básicos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490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gestão de projetos aplicados à administração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048256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048256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4128" y="2093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de Demandas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2350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de trabalho e acompanhamento de atividades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07792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907792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24128" y="2953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Visuais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32095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Quadros Kanban e painéis para gestão da equipe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67328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767328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24128" y="3813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Prática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4069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real do ambiente administrativo da PM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1143000"/>
            <a:ext cx="3657600" cy="36576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de Tarefas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30368" y="1572768"/>
            <a:ext cx="1051560" cy="256032"/>
          </a:xfrm>
          <a:prstGeom prst="roundRect">
            <a:avLst>
              <a:gd name="adj" fmla="val 17857"/>
            </a:avLst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5230368" y="15727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Fazer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230368" y="1920240"/>
            <a:ext cx="10515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76088" y="1938528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mensal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230368" y="2560320"/>
            <a:ext cx="10515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76088" y="2578608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efetivo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391656" y="1572768"/>
            <a:ext cx="1051560" cy="256032"/>
          </a:xfrm>
          <a:prstGeom prst="roundRect">
            <a:avLst>
              <a:gd name="adj" fmla="val 17857"/>
            </a:avLst>
          </a:prstGeom>
          <a:solidFill>
            <a:srgbClr val="1565C0"/>
          </a:solidFill>
          <a:ln/>
        </p:spPr>
      </p:sp>
      <p:sp>
        <p:nvSpPr>
          <p:cNvPr id="31" name="Text 29"/>
          <p:cNvSpPr/>
          <p:nvPr/>
        </p:nvSpPr>
        <p:spPr>
          <a:xfrm>
            <a:off x="6391656" y="15727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391656" y="1920240"/>
            <a:ext cx="10515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37376" y="1938528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Ofício nº 42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552944" y="1572768"/>
            <a:ext cx="1051560" cy="256032"/>
          </a:xfrm>
          <a:prstGeom prst="roundRect">
            <a:avLst>
              <a:gd name="adj" fmla="val 17857"/>
            </a:avLst>
          </a:prstGeom>
          <a:solidFill>
            <a:srgbClr val="2E7D32"/>
          </a:solidFill>
          <a:ln/>
        </p:spPr>
      </p:sp>
      <p:sp>
        <p:nvSpPr>
          <p:cNvPr id="35" name="Text 33"/>
          <p:cNvSpPr/>
          <p:nvPr/>
        </p:nvSpPr>
        <p:spPr>
          <a:xfrm>
            <a:off x="7552944" y="15727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552944" y="1920240"/>
            <a:ext cx="10515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598664" y="1938528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 reunião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552944" y="2560320"/>
            <a:ext cx="10515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598664" y="2578608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Inventário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Introdução ao Gemini (IA Google)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de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1A2A4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630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Gemini  ·  Inteligência Artificial aplicada ao trabalho administrativo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5603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" y="25603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2615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de Textos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88950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rascunhos de ofícios, memorandos e comunicados com base em instruções simples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90872" y="25603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📑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49240" y="2615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Resumos Automáticos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9240" y="288950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 documentos longos em pontos-chave para tomada de decisão rápida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3192" y="35661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36210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Documentos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89534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 organiza informações em arquivos e pastas do Google Drive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56616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90872" y="35661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36210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Prompts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389534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Aprenda a dar instruções precisas para obter resultados úteis na rotina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754880"/>
            <a:ext cx="8503920" cy="320040"/>
          </a:xfrm>
          <a:prstGeom prst="roundRect">
            <a:avLst>
              <a:gd name="adj" fmla="val 17143"/>
            </a:avLst>
          </a:prstGeom>
          <a:solidFill>
            <a:srgbClr val="EDE7F6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Uso ético e responsável: sempre revisar o conteúdo gerado pela IA antes de usar em documentos oficiais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Desenvolvidas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280160"/>
            <a:ext cx="749808" cy="749808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2801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93192" y="2093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Digital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3682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eficiente de arquivos e informações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81528" y="1280160"/>
            <a:ext cx="749808" cy="749808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081528" y="12801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42032" y="2093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Escrita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23682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de documentos oficiais com qualidade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17720" y="11430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30368" y="1280160"/>
            <a:ext cx="749808" cy="749808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230368" y="12801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90872" y="2093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Informações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23682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organização de dados administrativos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0" y="11430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79208" y="1280160"/>
            <a:ext cx="749808" cy="749808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7379208" y="12801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39712" y="2093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12280" y="23682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processos e rotinas de trabalho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88036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32688" y="3017520"/>
            <a:ext cx="749808" cy="749808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30175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93192" y="3831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Colaborativo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10565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e compartilhamento em equipe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68880" y="288036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081528" y="3017520"/>
            <a:ext cx="749808" cy="749808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3081528" y="30175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542032" y="3831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Digitais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14600" y="410565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das principais ferramentas Google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288036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230368" y="3017520"/>
            <a:ext cx="749808" cy="749808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5230368" y="30175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690872" y="3831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Analítico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63440" y="410565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 de dados e tomada de decisão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766560" y="288036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79208" y="3017520"/>
            <a:ext cx="749808" cy="749808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7379208" y="30175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839712" y="3831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Ético da Tecnologia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12280" y="410565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Segurança, privacidade e boas práticas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017520"/>
            <a:ext cx="9144000" cy="274320"/>
          </a:xfrm>
          <a:prstGeom prst="rect">
            <a:avLst/>
          </a:prstGeom>
          <a:solidFill>
            <a:srgbClr val="24355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1828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🎓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Bons estudos a todos!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Google para Produtividade Administrativa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3035808"/>
            <a:ext cx="2743200" cy="27432"/>
          </a:xfrm>
          <a:prstGeom prst="rect">
            <a:avLst/>
          </a:prstGeom>
          <a:solidFill>
            <a:srgbClr val="FFA0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horas  ·  Presencial  ·  Polícia Militar  ·  Equipe Administrativa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397764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3977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11880" y="397764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3977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397764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BBC05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3977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15000" y="397764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3977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A000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  ·  CAPACITAÇÃO PROFISSIONAL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Ferramentas Google para Produtividade Administrativa</dc:title>
  <dc:subject>PptxGenJS Presentation</dc:subject>
  <dc:creator>PptxGenJS</dc:creator>
  <cp:lastModifiedBy>PptxGenJS</cp:lastModifiedBy>
  <cp:revision>1</cp:revision>
  <dcterms:created xsi:type="dcterms:W3CDTF">2026-06-10T23:25:08Z</dcterms:created>
  <dcterms:modified xsi:type="dcterms:W3CDTF">2026-06-10T23:25:08Z</dcterms:modified>
</cp:coreProperties>
</file>